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review: sharding session-db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DOC2081 | Architecture review: sharding session-db | version 1 (current)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are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auth-service contends on a single session-db primary.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Shard session-db into 3 nodes keyed by tenant, with a read replica per shard.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Cross-shard session lookups add a hop; the revocation list must be cached regardless.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in principle by Leila Mbeki; ADR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SPECTRA demo generator</cp:lastModifiedBy>
  <cp:revision>1</cp:revision>
  <dcterms:created xsi:type="dcterms:W3CDTF">2024-01-01T00:00:00Z</dcterms:created>
  <dcterms:modified xsi:type="dcterms:W3CDTF">2024-01-01T00:00:00Z</dcterms:modified>
  <cp:category/>
</cp:coreProperties>
</file>